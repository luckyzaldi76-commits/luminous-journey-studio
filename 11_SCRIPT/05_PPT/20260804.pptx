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Theme</a:t>
            </a:r>
          </a:p>
        </p:txBody>
      </p:sp>
      <p:sp>
        <p:nvSpPr>
          <p:cNvPr id="3" name="Content Placeholder 2"/>
          <p:cNvSpPr>
            <a:spLocks noGrp="1"/>
          </p:cNvSpPr>
          <p:nvPr>
            <p:ph idx="1"/>
          </p:nvPr>
        </p:nvSpPr>
        <p:spPr/>
        <p:txBody>
          <a:bodyPr/>
          <a:lstStyle/>
          <a:p>
            <a:r>
              <a:t>Pemulihan Hati yang Diampuni dan Dibersihkan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Hook</a:t>
            </a:r>
          </a:p>
        </p:txBody>
      </p:sp>
      <p:sp>
        <p:nvSpPr>
          <p:cNvPr id="3" name="Content Placeholder 2"/>
          <p:cNvSpPr>
            <a:spLocks noGrp="1"/>
          </p:cNvSpPr>
          <p:nvPr>
            <p:ph idx="1"/>
          </p:nvPr>
        </p:nvSpPr>
        <p:spPr/>
        <p:txBody>
          <a:bodyPr/>
          <a:lstStyle/>
          <a:p>
            <a:r>
              <a:t>Di tengah dunia yang penuh luka dan dosa, Tuhan hadir dengan penuh kasih — Ia tidak hanya menyembuhkan, tetapi mengubah hati kita dari dalam, agar kita menjadi benar-benar baru.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Historical Background</a:t>
            </a:r>
          </a:p>
        </p:txBody>
      </p:sp>
      <p:sp>
        <p:nvSpPr>
          <p:cNvPr id="3" name="Content Placeholder 2"/>
          <p:cNvSpPr>
            <a:spLocks noGrp="1"/>
          </p:cNvSpPr>
          <p:nvPr>
            <p:ph idx="1"/>
          </p:nvPr>
        </p:nvSpPr>
        <p:spPr/>
        <p:txBody>
          <a:bodyPr/>
          <a:lstStyle/>
          <a:p>
            <a:r>
              <a:t>Pembacaan pertama mengambil nubuatan Yeremia (30:1-2.12-15.18-22), yang diucapkan pada masa ketika umat Yahudi menghadapi ancaman dari Babilonia. Nabi Yeremia menyerukan pertobatan, namun juga menyampaikan janji penyembuhan dan pemulihan dari Tuhan: 'Aku akan menyembuhkan luka mereka, Aku akan mengembalikan mereka.' Bagian akhir memuat janji kerajaan di mana Tuhan akan menjadikan mereka umat-Nya dan menjadi Allah mereka. Dalam Injil Matius 15:1-2.10-14, Yesus menegur para Farisi yang mengkritik murid-murid-Nya karena makan tanpa mencuci tangan secara ritual. Yesus mengajarkan bahwa yang mencemari manusia bukanlah makanan yang masuk ke mulut, melainkan apa yang keluar dari hati — dosa-dosa seperti perkataan kotor, pembunuhan, dan perselingkuhan. Yesus kemudian memperingatkan tentang bahaya menjadi pemandu buta yang membawa orang lain jatuh ke dalam jurang. Konteks sejarah menunjukkan bahwa para Farisi menjadi sangat ketat dalam tatanan ritus pemurnian, yang pada akhirnya menutupi semangat sejati Hukum Taurat. Yesus menegaskan kembali bahwa kasih, kerendahan hati, dan kepatuhan dari hati-lah yang Allah kehendaki. Ayat-ayat ini menjadi pengingat bagi kita bahwa Kristus tidak datang untuk menghapus hukum, tetapi untuk menggenapi hukum dengan membebaskan kita dari belenggu kecilkuhan ritual dan memulihkan hati kita agar selaras dengan kehendak Bapa.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Reflection</a:t>
            </a:r>
          </a:p>
        </p:txBody>
      </p:sp>
      <p:sp>
        <p:nvSpPr>
          <p:cNvPr id="3" name="Content Placeholder 2"/>
          <p:cNvSpPr>
            <a:spLocks noGrp="1"/>
          </p:cNvSpPr>
          <p:nvPr>
            <p:ph idx="1"/>
          </p:nvPr>
        </p:nvSpPr>
        <p:spPr/>
        <p:txBody>
          <a:bodyPr/>
          <a:lstStyle/>
          <a:p>
            <a:r>
              <a:t>Pembacaan pertama dari nabi Yeremia berisi janji penyembuhan dan pemulihan bagi umat Allah. Tuhan berjanji akan memulihkan kemah Yakub dan membangun kembali Yerusalem, serta menjadi Allah mereka dan mereka menjadi umat-Nya. Dalam Injil Matius, Kristus mengajar tentang apa yang benar-benar menodai manusia. Para Farisi mengkritik murid-murid Yesus karena makan dengan tangan yang tidak dicuci. Yesus menjawab bahwa bukan apa yang masuk ke mulut yang menodai seseorang, melainkan apa yang keluar dari hati — dosa-dosa yang berasal dari dalam. Kedua bacaan ini saling berkaitan: Yeremia mengajak kita melihat bahwa Tuhan yang menyembuhkan dan memurnikan kita dari dalam, sedangkan Yesus menunjukkan bahwa kebersihan lahiriah tidak berguna jika hati penuh dengan kekotoran dosa. Yang menodai kita adalah dosa yang berasal dari hati — pikiran-pikiran jahat, pembunuhan, perzinahan, kata-kata kotor, dan sebagainya. Sebaliknya, apa yang memulihkan kita adalah rahmat Tuhan yang menyembuhkan dan mengubah hati kita dari dalam.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Application</a:t>
            </a:r>
          </a:p>
        </p:txBody>
      </p:sp>
      <p:sp>
        <p:nvSpPr>
          <p:cNvPr id="3" name="Content Placeholder 2"/>
          <p:cNvSpPr>
            <a:spLocks noGrp="1"/>
          </p:cNvSpPr>
          <p:nvPr>
            <p:ph idx="1"/>
          </p:nvPr>
        </p:nvSpPr>
        <p:spPr/>
        <p:txBody>
          <a:bodyPr/>
          <a:lstStyle/>
          <a:p>
            <a:r>
              <a:t>Marilah kita memeriksa hidup kita setiap hari: apakah hati kita dipenuhi oleh kekotoran dosa ataukah kita membiarkan Tuhan memurnikan dan memulihkan kita? Kewajiban lahiriah seperti mencuci tangan sebelum makan memang baik, tetapi yang lebih utama adalah menjaga kebersihan hati. Biarkan Tuhan Yesus membersihkan hati kita dari segala niat jahat, dari dendam, iri hati, dan segala dosa. Kita harus bijak mendengarkan firman Tuhan, tidak seperti orang Farisi yang lebih fokus pada tradisi manusia daripada perintah Allah. Marilah kita menjadi saksi kebaikan Tuhan dengan menyebarkan kata-kata penyembuhan dan kebenaran, bukan kata-kata yang menodai sesama.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Prayer</a:t>
            </a:r>
          </a:p>
        </p:txBody>
      </p:sp>
      <p:sp>
        <p:nvSpPr>
          <p:cNvPr id="3" name="Content Placeholder 2"/>
          <p:cNvSpPr>
            <a:spLocks noGrp="1"/>
          </p:cNvSpPr>
          <p:nvPr>
            <p:ph idx="1"/>
          </p:nvPr>
        </p:nvSpPr>
        <p:spPr/>
        <p:txBody>
          <a:bodyPr/>
          <a:lstStyle/>
          <a:p>
            <a:r>
              <a:t>Ya Tuhan Yesus, Ampunilah segala dosa yang keluar dari hati kami — segala niat jahat, dendam, iri hati, kata-kata kotor, dan segala yang menodai jiwa kami. Puterakan hati kami seperti Engkau puterakan Yerusalem, agar Engkau tinggal di tengah-tengah kami dan menjadilah Allah kami dan kami menjadi umat-Mu. Jauhkanlah kami dari kebiasaan hanya memperhatikan yang lahiriah dan melupakan yang batiniah. Jadikanlah kami pendengar yang taat firman-Mu dan pelaku yang setia. Kirimlah Roh Kudus-Mu untuk membersihkan hati kami setiap hari, sehingga setiap perkataan dan perbuatan kami menjadi kudus dan memuliakan-Mu. Dalam nama Tuhan Yesus Kristus, kami berdoa. Amin.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Image Prompt</a:t>
            </a:r>
          </a:p>
        </p:txBody>
      </p:sp>
      <p:sp>
        <p:nvSpPr>
          <p:cNvPr id="3" name="Content Placeholder 2"/>
          <p:cNvSpPr>
            <a:spLocks noGrp="1"/>
          </p:cNvSpPr>
          <p:nvPr>
            <p:ph idx="1"/>
          </p:nvPr>
        </p:nvSpPr>
        <p:spPr/>
        <p:txBody>
          <a:bodyPr/>
          <a:lstStyle/>
          <a:p>
            <a:r>
              <a:t>Adegan ilahi yang menampilkan Tuhan Yesus menyembuhkan seorang pria yang lumpuh di tepi danau Galilea, membelai wajahnya dengan penuh kasih, latar belakang pegunungan hijau, cahaya keemasan hangat yang menembus awan, gaya lukisan cat minyak klasik yang sakral dan tenang.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Seo Title</a:t>
            </a:r>
          </a:p>
        </p:txBody>
      </p:sp>
      <p:sp>
        <p:nvSpPr>
          <p:cNvPr id="3" name="Content Placeholder 2"/>
          <p:cNvSpPr>
            <a:spLocks noGrp="1"/>
          </p:cNvSpPr>
          <p:nvPr>
            <p:ph idx="1"/>
          </p:nvPr>
        </p:nvSpPr>
        <p:spPr/>
        <p:txBody>
          <a:bodyPr/>
          <a:lstStyle/>
          <a:p>
            <a:r>
              <a:t>Renungan Harian 4 Agustus 2026: Pembaruan dan Kemurnian Hati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Seo Description</a:t>
            </a:r>
          </a:p>
        </p:txBody>
      </p:sp>
      <p:sp>
        <p:nvSpPr>
          <p:cNvPr id="3" name="Content Placeholder 2"/>
          <p:cNvSpPr>
            <a:spLocks noGrp="1"/>
          </p:cNvSpPr>
          <p:nvPr>
            <p:ph idx="1"/>
          </p:nvPr>
        </p:nvSpPr>
        <p:spPr/>
        <p:txBody>
          <a:bodyPr/>
          <a:lstStyle/>
          <a:p>
            <a:r>
              <a:t>Pembacaan I dari Yeremia 30 menjanjikan pemulihan dan penyembuhan ilahi, sementara Injil Matius 15 mengingatkan bahwa yang menodai manusia berasal dari dalam hati, bukan dari luar.</a:t>
            </a:r>
          </a:p>
          <a:p>
            <a:r>
              <a:t>==================================================</a:t>
            </a:r>
          </a:p>
          <a:p>
            <a:r>
              <a:t>Refleksi Katolik: Jauh dari formalitas semata, kita dipanggil untuk menumbuhkan kerendahan hati dan kasih yang tulus. Yesus mengajak kita mendengarkan firman-Nya dengan iman, membiarkan kasih Kristus menyucikan hati kita dari segala noda keegoisan, seraya mengarahkan kita pada pembaruan yang dibawa oleh Roh Kudus.</a:t>
            </a:r>
          </a:p>
          <a:p>
            <a:r>
              <a:t>==================================================</a:t>
            </a:r>
          </a:p>
          <a:p>
            <a:r>
              <a:t>Doa Harian: Yesus Kristus, Sumber kehidupan dan belas kasihan, sucikan hati kami agar kami hanya berusaha memuliakan nama-Mu melalui perkataan dan perbuatan benar. Biarkan kasih-Mu membangkitkan kami kembali dari kelekatan duniawi. Amin.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