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Theme</a:t>
            </a:r>
          </a:p>
        </p:txBody>
      </p:sp>
      <p:sp>
        <p:nvSpPr>
          <p:cNvPr id="3" name="Content Placeholder 2"/>
          <p:cNvSpPr>
            <a:spLocks noGrp="1"/>
          </p:cNvSpPr>
          <p:nvPr>
            <p:ph idx="1"/>
          </p:nvPr>
        </p:nvSpPr>
        <p:spPr/>
        <p:txBody>
          <a:bodyPr/>
          <a:lstStyle/>
          <a:p>
            <a:r>
              <a:t>Kasih Setia Allah yang Memperluas Penyelamatan Sampai ke Segala Bangsa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Hook</a:t>
            </a:r>
          </a:p>
        </p:txBody>
      </p:sp>
      <p:sp>
        <p:nvSpPr>
          <p:cNvPr id="3" name="Content Placeholder 2"/>
          <p:cNvSpPr>
            <a:spLocks noGrp="1"/>
          </p:cNvSpPr>
          <p:nvPr>
            <p:ph idx="1"/>
          </p:nvPr>
        </p:nvSpPr>
        <p:spPr/>
        <p:txBody>
          <a:bodyPr/>
          <a:lstStyle/>
          <a:p>
            <a:r>
              <a:t>Di tengah zaman yang penuh pergulitan, Tuhan berjanji: Aku akan mengumpulkanmu dari segala ujung bumi. Dan di luar kawasan pilihan-Nya, seorang perempuan Kanaan menunjukkan iman yang besar — dan Yesus memberkati imannya. Apa yang kita pelajari dari kedua gambaran ini tentang hanya hati yang berseru kepada Tuhan?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Historical Background</a:t>
            </a:r>
          </a:p>
        </p:txBody>
      </p:sp>
      <p:sp>
        <p:nvSpPr>
          <p:cNvPr id="3" name="Content Placeholder 2"/>
          <p:cNvSpPr>
            <a:spLocks noGrp="1"/>
          </p:cNvSpPr>
          <p:nvPr>
            <p:ph idx="1"/>
          </p:nvPr>
        </p:nvSpPr>
        <p:spPr/>
        <p:txBody>
          <a:bodyPr/>
          <a:lstStyle/>
          <a:p>
            <a:r>
              <a:t>Yeremia 31:1-7 ditulis pada masa kekacauan menjelang dan sesudah pembuangan Babel (sekitar abad ke-6 SM). Nabi Yeremia mengulatkan janji Allah tentang Pemulihan — yakni bahwa Allah tidak akan membuang umat-Nya selamanya, melainkan akan mengumpulkan mereka dari utara dan dari seluruh negeri. Ini adalah gambaran kasih ilahi yang tak terputus, sebuah perjanjian baru yang melampaui kondisi manusia. Dalam Injil Matius 15:21-28, Yesus masuk ke wilayah Yudea dan Tirus (Semenanjung Kanaan di kawasan Suriah modern), bertemu perempuan Cananea — sebuah bangsa asing di mata orang Yahudi — yang berseru kepada-Nya dengan iman luar biasa. Konteks historisnya menunjukkan bahwa orang-orang Yahudi umumnya memandang bangsa asing di sebelah dengan curiga dan jarang berinteraksi. Namun Yesus sendiri melampaui batas-batas budaya itu, dan justru iman perempuan Kanaan itulah yang menjadi kunci penyembuhan anaknya, sekaligus menjadi model bagaimana Allah menyelamatkan bukan hanya segelintir pilihan secara statis, melainkan seluruh umat manusia yang berseru dengan hati yang tunduk.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Reflection</a:t>
            </a:r>
          </a:p>
        </p:txBody>
      </p:sp>
      <p:sp>
        <p:nvSpPr>
          <p:cNvPr id="3" name="Content Placeholder 2"/>
          <p:cNvSpPr>
            <a:spLocks noGrp="1"/>
          </p:cNvSpPr>
          <p:nvPr>
            <p:ph idx="1"/>
          </p:nvPr>
        </p:nvSpPr>
        <p:spPr/>
        <p:txBody>
          <a:bodyPr/>
          <a:lstStyle/>
          <a:p>
            <a:r>
              <a:t>Yer 31:1-7 menegaskan bahwa kasih Allah tidak pernah berakhir dan tidak terputus oleh kelaliman manusia. Allah berjanji bahwa Ia akan kembali mengumpulkan umat-Nya dari pembuangan dengan kasih sayang yang kekal. Di bagian Injil, Matius 15:21-28, kita bertemu dengan seorang perempuan Kanaan yang menunjukkan iman yang luar biasa tekun. Ia mendekati Yesus meskipun dijauhkan oleh para murid dan meskipun Yesus sendiri tampak tidak merespons permintaannya. Namun, ketekunan imannya tidak goyah. 'Ya Tuhan, tolonglah aku!' menjadi seruan hati yang pecah dan penuh kepercayaan. Yesus pun akhirnya memuji imannya, mengatakan bahwa besar imannya membuat permintaannya dikabulkan. Kisah perempuan Kanaan ini adalah gambaran kuat bagaimana kasih Allah yang tetap dari Yeremia menjadi nyata dalam Kristus — kasih yang tidak hanya untuk bangsa Israel, tetapi bagi semua bangsa yang datang dengan iman yang tulus. Perempuan ini bukan bagian dari umat yang terpilih secara sosial, tetapi ia memiliki sesuatu yang lebih berharga: iman yang rendah hati dan persisten.</a:t>
            </a:r>
          </a:p>
          <a:p/>
          <a:p>
            <a:r>
              <a:t>Sebagai orang Katolik, kita dipangjang untuk menjadi seperti perempuan Kanaan ini — tidak gentar ketika seolah-olah Allah 'diam' atau ketika kita merasa tidak layak. Ia juga mengajar kita bahwa kasih Allah sudah ada di hadapan kita, bahkan sebelum kita merasa layak menerimanya. Yer 31 menjamin: Allah tidak pernah meninggalkan kita, dan Ia akan mengumpulkan kita kembali kepada-Nya.</a:t>
            </a:r>
          </a:p>
          <a:p/>
          <a:p>
            <a:r>
              <a:t>Secara teologis, pertemuan antara Yeremia 31 dan Injil Matius 15 memperlihatkan kesinambungan rencana keselamatan Allah: dari janji pemulihan bagi Israel menuju pembukaan jalan keselamatan bagi seluruh bangsa melalui iman. Inilah misteri kasih Allah yang melampaui batas-batas manusia.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a:t>
            </a:r>
          </a:p>
        </p:txBody>
      </p:sp>
      <p:sp>
        <p:nvSpPr>
          <p:cNvPr id="3" name="Content Placeholder 2"/>
          <p:cNvSpPr>
            <a:spLocks noGrp="1"/>
          </p:cNvSpPr>
          <p:nvPr>
            <p:ph idx="1"/>
          </p:nvPr>
        </p:nvSpPr>
        <p:spPr/>
        <p:txBody>
          <a:bodyPr/>
          <a:lstStyle/>
          <a:p>
            <a:r>
              <a:t>1. Dalam doa-doa kita sehari-hari, ketika kita merasa Tuhan 'diam' atau permintaan kita belum dikabulkan, kita dipanggil untuk tetap teguh dalam iman seperti perempuan Kanaan — bukan dengan emosi yang meledak-ledak, tetapi dengan kerendahan hati dan ketekunan.</a:t>
            </a:r>
          </a:p>
          <a:p/>
          <a:p>
            <a:r>
              <a:t>2. Dalam kehidupan keluarga dan komunitas, marilah kita menjadi tanda kasih tak terbatas Allah — menyambut dan memeluk mereka yang merasa terasing, tidak layak, atau di pinggiran masyarakat.</a:t>
            </a:r>
          </a:p>
          <a:p/>
          <a:p>
            <a:r>
              <a:t>3. Setiap hari, kita dianjurkan untuk merenungkan secara spesifik satu kesempatan di mana kita merasa telah gagal atau tidak layak, dan meletakkannya di tangan Tuhan, yakin bahwa kasih-Nya yang kekal lebih besar dari segala perasaan tidak layak kita.</a:t>
            </a:r>
          </a:p>
          <a:p/>
          <a:p>
            <a:r>
              <a:t>4. Marilah kita menjadi umat yang 'mengumpulkan' orang-orang ke dalam kasih Kristus — melalui kata-kata lembut, tindakan kehidulan, dan kehadiran yang penuh belas kasih di tengah-tengah dunia yang penuh luka.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Prayer</a:t>
            </a:r>
          </a:p>
        </p:txBody>
      </p:sp>
      <p:sp>
        <p:nvSpPr>
          <p:cNvPr id="3" name="Content Placeholder 2"/>
          <p:cNvSpPr>
            <a:spLocks noGrp="1"/>
          </p:cNvSpPr>
          <p:nvPr>
            <p:ph idx="1"/>
          </p:nvPr>
        </p:nvSpPr>
        <p:spPr/>
        <p:txBody>
          <a:bodyPr/>
          <a:lstStyle/>
          <a:p>
            <a:r>
              <a:t>Bapa Yang Mahakuasa, Engkau yang telah berjanji dengan kasih kekal untuk menyertai umat-Mu dan tidak pernah meninggalkan kami di dalam pembuangan kami. Dalam nama Yesus Kristus, Putra-Mu yang tunggal, kami berdoa agar Engkau membuka hati kami untuk menerima kasih-Mu yang lebih luas dari yang kami sangka. Seperti perempuan Kanaan yang dengan iman yakin mendekati-Mu, biarlah kami juga tidak gentar untuk berseru kepada-Mu dalam setiap kesulitan hidup kami. Berilah kami iman yang teguh, hati yang lembut, dan kerendahan yang tulus, supaya setiap permohonan kami senantiasa berada di dalam kehendak-Mu yang sempurna. Dan ketika Engkau tampak diam, kuatkanlah kami untuk tetap percaya bahwa Engkau sedang bekerja secara rahasia di dalam hati kami demi keselamatan kami yang kekal. Demi Kristus, Tuhan kami. Amin.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Image Prompt</a:t>
            </a:r>
          </a:p>
        </p:txBody>
      </p:sp>
      <p:sp>
        <p:nvSpPr>
          <p:cNvPr id="3" name="Content Placeholder 2"/>
          <p:cNvSpPr>
            <a:spLocks noGrp="1"/>
          </p:cNvSpPr>
          <p:nvPr>
            <p:ph idx="1"/>
          </p:nvPr>
        </p:nvSpPr>
        <p:spPr/>
        <p:txBody>
          <a:bodyPr/>
          <a:lstStyle/>
          <a:p>
            <a:r>
              <a:t>A gentle scene of Jesus Christ sitting under a tree in ancient Galilee, speaking with a humble Canaanite woman kneeling before Him with great faith, while in the background His disciples look on. Soft golden morning light radiates from Christ, illuminating the woman's face with compassion. A small child lies resting peacefully in a humble home nearby, symbolizing the healing miracle. Biblical landscape with hills of the Tyre and Sidon region, olive trees, and a simple stone path. Warm, reverent tones with sacred atmosphere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Seo Title</a:t>
            </a:r>
          </a:p>
        </p:txBody>
      </p:sp>
      <p:sp>
        <p:nvSpPr>
          <p:cNvPr id="3" name="Content Placeholder 2"/>
          <p:cNvSpPr>
            <a:spLocks noGrp="1"/>
          </p:cNvSpPr>
          <p:nvPr>
            <p:ph idx="1"/>
          </p:nvPr>
        </p:nvSpPr>
        <p:spPr/>
        <p:txBody>
          <a:bodyPr/>
          <a:lstStyle/>
          <a:p>
            <a:r>
              <a:t>Renungan Harian 5 Agustus 2026 - Matius 15:21-28 | Iman Seorang Perempuan Kanaan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Seo Description</a:t>
            </a:r>
          </a:p>
        </p:txBody>
      </p:sp>
      <p:sp>
        <p:nvSpPr>
          <p:cNvPr id="3" name="Content Placeholder 2"/>
          <p:cNvSpPr>
            <a:spLocks noGrp="1"/>
          </p:cNvSpPr>
          <p:nvPr>
            <p:ph idx="1"/>
          </p:nvPr>
        </p:nvSpPr>
        <p:spPr/>
        <p:txBody>
          <a:bodyPr/>
          <a:lstStyle/>
          <a:p>
            <a:r>
              <a:t>Renungan harian Katolik berdasarkan Injil Matius 15:21-28 tentang mukjizat penyembuhan anak perempuan Perempuan Kanaan. Pelajaran iman yang besar dari seorang perempuan asing yang berteriak kepada Yesus: 'Tuhan, tolonglah aku!' Jelajahi kekuatan iman, kasih sayang Allah yang universal, dan bagaimana Kristus merespons doa yang penuh keyakinan. Devosi harian untuk Katolik, Ayat Alkitab hari ini.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