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Theme</a:t>
            </a:r>
          </a:p>
        </p:txBody>
      </p:sp>
      <p:sp>
        <p:nvSpPr>
          <p:cNvPr id="3" name="Content Placeholder 2"/>
          <p:cNvSpPr>
            <a:spLocks noGrp="1"/>
          </p:cNvSpPr>
          <p:nvPr>
            <p:ph idx="1"/>
          </p:nvPr>
        </p:nvSpPr>
        <p:spPr/>
        <p:txBody>
          <a:bodyPr/>
          <a:lstStyle/>
          <a:p>
            <a:r>
              <a:t>Yesus, Pengasih yang Hadir di Tengah Kemiskinan dan Kekeringan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Hook=</a:t>
            </a:r>
          </a:p>
        </p:txBody>
      </p:sp>
      <p:sp>
        <p:nvSpPr>
          <p:cNvPr id="3" name="Content Placeholder 2"/>
          <p:cNvSpPr>
            <a:spLocks noGrp="1"/>
          </p:cNvSpPr>
          <p:nvPr>
            <p:ph idx="1"/>
          </p:nvPr>
        </p:nvSpPr>
        <p:spPr/>
        <p:txBody>
          <a:bodyPr/>
          <a:lstStyle/>
          <a:p>
            <a:r>
              <a:t>Ketika murid-murid ingin membubarkan orang banyak karena mereka tidak punya apa-apa, Yesus tidak menolak mereka. Ia justru memerintahkan: 'Berikanlah mereka makan.' Dalam kekosongan kita, selama kita bersedia menyerahkan apa yang kita miliki kepada Kristus, Ia sanggup mengubahnya menjadi kelebihan yang membuat semua orang kenyang.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Historical Background</a:t>
            </a:r>
          </a:p>
        </p:txBody>
      </p:sp>
      <p:sp>
        <p:nvSpPr>
          <p:cNvPr id="3" name="Content Placeholder 2"/>
          <p:cNvSpPr>
            <a:spLocks noGrp="1"/>
          </p:cNvSpPr>
          <p:nvPr>
            <p:ph idx="1"/>
          </p:nvPr>
        </p:nvSpPr>
        <p:spPr/>
        <p:txBody>
          <a:bodyPr/>
          <a:lstStyle/>
          <a:p>
            <a:r>
              <a:t>Pada bacaan pertama, nabi Yeremia menghadapi nabi palsu Hananya yang memberitakan penghancuran cepat terhadap Babilonia dan pembebasan yang segera. Hananya melepaskan yoke dari leher Yeremia sebagai simbol bahwa penjajahan akan berakhir dalam dua tahun, tetapi Yeremia menegaskan bahwa kata-kata sejati tentang damai adalah yang menghasilkan ketekunan, bukan janji kemudahan. Sementara itu, peristiwa pemberian makan 5000 orang dalam Injil Matius terjadi di sekitar daerah Betsaida, di tepi Danau Galilea, setelah Yesus mendengar kabar kematian Yohanes Pembaptis. Dengan hanya lima roti dan dua ikan, Yesus mengajar kerumunan besar, menyembuh orang sakit, dan memberi makan semua orang dengan dua belas keranjang sisa yang tersisa—sebuah tindakan yang mengingatkan kita pada Ekaristi dan penyediaan kasih Allah yang melimpah di tengah keterbatasan manusiawi.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Reflection</a:t>
            </a:r>
          </a:p>
        </p:txBody>
      </p:sp>
      <p:sp>
        <p:nvSpPr>
          <p:cNvPr id="3" name="Content Placeholder 2"/>
          <p:cNvSpPr>
            <a:spLocks noGrp="1"/>
          </p:cNvSpPr>
          <p:nvPr>
            <p:ph idx="1"/>
          </p:nvPr>
        </p:nvSpPr>
        <p:spPr/>
        <p:txBody>
          <a:bodyPr/>
          <a:lstStyle/>
          <a:p>
            <a:r>
              <a:t>Pada bacaan pertama, nabi Yeremia menghadapi tantangan dari Hanania yang memecahkan kuk yang melambangkan penaklukan by Babilonia, menyatakan bahwa dalam waktu dua tahun Allah akan memulihkan Yehuda. Yeremia merespons dengan penuh kerendahan hati, berdoa agar firman Hanania menjadi kenyataan, tetapi ia tegas menunjukkan bahwa kata-kata pengetahui yang sejati adalah mereka yang ucapannya mengalami penggenapan. Allah mengizinkan kuk besi tetap atas seluruh bangsa, karena itulah realitas penghukuman ilahi yang melalu ujian kesetiaan. Dalam Injil, Tuhan Yesus melihat kerumunan besar dan tergerak oleh belas kasihan-Nya. Ia menyembuhkan orang sakit-sakit dan kemudian menerima makanan sedikit dari seorang anak laki-laki, lalu berkat dan membaginya kepada lima ribu orang sehingga semua kenyang dan masih ada tujuh keranjang sisa. Dua peristiwa ini saling mencerahkan. Yeremia mengajarkan kita tentang kepercayaan kepada ketetapan Allah meskipun berat, dan Yesus memperlihatkan kasih ilahi yang menanggung segala kekurangan kita. Kuk besi yang memberatkan dalam Yeremia bertemu dengan tangan Yesus yang mengembang dan memberi makan di hadapan kebutaan dunia akan kekuasaan Tuhan. Dalam perumpamaan perkalian roti, Kristus yang hadir secara fisik dan nyata mengajar kita bahwa Ia tidak pernah membiarkan umat-Nya kekurangan. Gereja secara kudus melanjutkan misteri ini dalam Ekaristi, di mana roti dan anggur yang sederhana, dipecahkan dan dibagikan, menjadi Tubuh dan Darah Kristus yang memberi makan jiwa-jiwa kita setiap hari dalam persekutuan iman.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a:t>
            </a:r>
          </a:p>
        </p:txBody>
      </p:sp>
      <p:sp>
        <p:nvSpPr>
          <p:cNvPr id="3" name="Content Placeholder 2"/>
          <p:cNvSpPr>
            <a:spLocks noGrp="1"/>
          </p:cNvSpPr>
          <p:nvPr>
            <p:ph idx="1"/>
          </p:nvPr>
        </p:nvSpPr>
        <p:spPr/>
        <p:txBody>
          <a:bodyPr/>
          <a:lstStyle/>
          <a:p>
            <a:r>
              <a:t>Sebagai orang percaya Katolik dalam kehidupan sehari-hari, kita dipanggil untuk belajar dari kedua peristiwa ini. Dari Yeremia, kita belajar bahwa ketika Allah memperbolehkan kesusahan atau kuk penaklukan dalam hidup kita, bukan berarti Ia meninggalkan kita. Kuk itu hadir untuk menyempurnakan kita, mendidik kita dalam ketundukan kepada rencana-Nya yang lebih besar. Kita dipanggil untuk berdoa seperti Yeremia, yaitu menyerahkan kehendak Allah dengan iman, bukan memaksakan pemahaman kita sendiri. Dalam Injil, kita diajak meniru anak kecil yang dengan tulus menawarkan apa yang ia miliki kepada Yesus. Kita mengajak untuk melepaskan segala yang kita miliki, betapapun kecilnya, ke tangan Kristus dalam misa Ekaristi, meyakini bahwa Ia akan mengalirkan kemuliaan-Nya ke atas berkat sederhana kita. Secara praktis, ini berarti kita menjadi tangan dan kaki Kristus yang berbelas kasih kepada sesama, yang tidak pernah menolong dengan berhenti memberi. Dalam Ekaristi mingguan, kita menerima Tubuh Kristus yang dipecahkan dan darah-Nya yang dituahkan sebagai kuasa untuk menanggung kuk kehidupan dan membagikan belas kasihan kepada dunia yang lapar akan kasih karunia. Kita diingatkan bahwa Allah cukup atas kekurangan kita, dan di setiap komuni kita mengikat kembali iman kita pada janji kehadiran-Nya yang nyata.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Prayer</a:t>
            </a:r>
          </a:p>
        </p:txBody>
      </p:sp>
      <p:sp>
        <p:nvSpPr>
          <p:cNvPr id="3" name="Content Placeholder 2"/>
          <p:cNvSpPr>
            <a:spLocks noGrp="1"/>
          </p:cNvSpPr>
          <p:nvPr>
            <p:ph idx="1"/>
          </p:nvPr>
        </p:nvSpPr>
        <p:spPr/>
        <p:txBody>
          <a:bodyPr/>
          <a:lstStyle/>
          <a:p>
            <a:r>
              <a:t>Ya Tuhan Yesus Kristus, Murka kami, Engkau yang berbelas kasihan kepada kerumunan besar di padang gurun, jangan biarkan kami kekurangan kasih-Mu. Di saat hidup kami terasa berat seperti kuk besi yang menindih kami, teguhkanlah iman kami agar kami percaya bahwa pengetahui-Mu penuh hikmat dan kasih. Ajarlah kami untuk melepaskan segala yang kami miliki kepada-Mu, meskipun kecil, karena Engkaulah yang mengalirkan kekayaan dari kemiskinan kami. Jadikan hati kami seperti tangan si anak kecil yang dengan tulus menyerahkan roti dan ikan kepada-Mu, agar melalui Ekaristi suci ini, Engkau memberi makan jiwa kami setiap hari. Dalam persekutuan dengan tubuh-Mu yang kudus, latislah kami untuk menjadi tangan dan kaki Kristus yang memberi makan orang lapar, menyembuhkan yang sakit, dan menghibur yang luka. Berikan kami iman yang teguh seperti Yeremia yang tetap bersaksi tentang kebenaran-Mu di tengah dunia yang menyesatkan. Semoga setiap komuni kami memperdalam persekutuan kami dengan-Mu dan memperkuat kami untuk hidup dalam belas kasihan. Demi Kristus, Tuhan kami, amin.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Image Prompt</a:t>
            </a:r>
          </a:p>
        </p:txBody>
      </p:sp>
      <p:sp>
        <p:nvSpPr>
          <p:cNvPr id="3" name="Content Placeholder 2"/>
          <p:cNvSpPr>
            <a:spLocks noGrp="1"/>
          </p:cNvSpPr>
          <p:nvPr>
            <p:ph idx="1"/>
          </p:nvPr>
        </p:nvSpPr>
        <p:spPr/>
        <p:txBody>
          <a:bodyPr/>
          <a:lstStyle/>
          <a:p>
            <a:r>
              <a:t>A cinematic panoramic scene of Jesus Christ standing on a green hillside at golden hour, arms outstretched with divine compassion, as He blesses five loaves of bread and two fish held by a humble boy in the foreground. Thousands of people gather on the grass in quiet awe, with the Sea of Galilee shimmering in the soft light in the distance. The composition evokes sacred mystery, hope, and God's abundant provision, painted in a reverent classical style with warm golden tones and soft divine light radiating from above.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Seo Title</a:t>
            </a:r>
          </a:p>
        </p:txBody>
      </p:sp>
      <p:sp>
        <p:nvSpPr>
          <p:cNvPr id="3" name="Content Placeholder 2"/>
          <p:cNvSpPr>
            <a:spLocks noGrp="1"/>
          </p:cNvSpPr>
          <p:nvPr>
            <p:ph idx="1"/>
          </p:nvPr>
        </p:nvSpPr>
        <p:spPr/>
        <p:txBody>
          <a:bodyPr/>
          <a:lstStyle/>
          <a:p>
            <a:r>
              <a:t>Renungan Harian 3 Agustus 2026 - Yeremia 28:1-17 &amp; Matius 14:13-21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Seo Description</a:t>
            </a:r>
          </a:p>
        </p:txBody>
      </p:sp>
      <p:sp>
        <p:nvSpPr>
          <p:cNvPr id="3" name="Content Placeholder 2"/>
          <p:cNvSpPr>
            <a:spLocks noGrp="1"/>
          </p:cNvSpPr>
          <p:nvPr>
            <p:ph idx="1"/>
          </p:nvPr>
        </p:nvSpPr>
        <p:spPr/>
        <p:txBody>
          <a:bodyPr/>
          <a:lstStyle/>
          <a:p>
            <a:r>
              <a:t>Renungan harian Katolik untuk hari Minggu, 3 Agustus 2026. Simak bacaan pertama firman Tuhan dari Kitab Yeremia 28:1-17 tentang nabi yang menentang nasihat palsu, dan bacaan Injil Matius 14:13-21 tentang mukjizat perkalian roti dan ikan. Temukan hikmah spiritual mengenai kerendahan hati, ketaatan kepada Tuhan, dan kasih Allah yang melimpah dalam kehidupan sehari-hari.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