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Theme</a:t>
            </a:r>
          </a:p>
        </p:txBody>
      </p:sp>
      <p:sp>
        <p:nvSpPr>
          <p:cNvPr id="3" name="Content Placeholder 2"/>
          <p:cNvSpPr>
            <a:spLocks noGrp="1"/>
          </p:cNvSpPr>
          <p:nvPr>
            <p:ph idx="1"/>
          </p:nvPr>
        </p:nvSpPr>
        <p:spPr/>
        <p:txBody>
          <a:bodyPr/>
          <a:lstStyle/>
          <a:p>
            <a:r>
              <a:t>Kasih Allah yang Tak Terputus dan Kemurahan Tuhan yang Memadukan Kekurangan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Hook</a:t>
            </a:r>
          </a:p>
        </p:txBody>
      </p:sp>
      <p:sp>
        <p:nvSpPr>
          <p:cNvPr id="3" name="Content Placeholder 2"/>
          <p:cNvSpPr>
            <a:spLocks noGrp="1"/>
          </p:cNvSpPr>
          <p:nvPr>
            <p:ph idx="1"/>
          </p:nvPr>
        </p:nvSpPr>
        <p:spPr/>
        <p:txBody>
          <a:bodyPr/>
          <a:lstStyle/>
          <a:p>
            <a:r>
              <a:t>Bahkan ketika segala sesuatu tampaknya runtuh, Allah tidak pernah meninggalkan umat-Nya. Ia yang memberi makan ribuan orang dengan lima roti dan dua ikan yang hampir tidak berarti juga mampu memenuhi setiap kebutuhan hidup kita dengan kasih-Nya yang abadi.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Historical Background</a:t>
            </a:r>
          </a:p>
        </p:txBody>
      </p:sp>
      <p:sp>
        <p:nvSpPr>
          <p:cNvPr id="3" name="Content Placeholder 2"/>
          <p:cNvSpPr>
            <a:spLocks noGrp="1"/>
          </p:cNvSpPr>
          <p:nvPr>
            <p:ph idx="1"/>
          </p:nvPr>
        </p:nvSpPr>
        <p:spPr/>
        <p:txBody>
          <a:bodyPr/>
          <a:lstStyle/>
          <a:p>
            <a:r>
              <a:t>Yeremia 55:1-13 ditulis pada masa kekacauan menjelang jatuhnya Yerusalem ke tangan Babel (sekitar tahun 587 SM). Nabi Yeremia menyampaikan pesan Allah kepada Khorukh, juru tulisnya, bahwa kota suci akan dibakar habis, tetapi sisa-sisa umat akan diampuni dan dikembalikan. Roma 8:37-39 ditulis oleh Rasul Paulus sekitar pertengahan tahun 50-an hingga awal tahun 60-an Masehi, sebagai bagian dari suratnya kepada jemaat di Roma, memperkuat keyakinan bahwa tidak ada kekuatan di dunia ciptaan yang mampu memisahkan orang percaya dari kasih Allah yang telah dinyatakan dalam Kristus. Perkalian roti dan ikan (Matius 14:13-21) terjadi di sepanjang pantai Danau Galilea, di wilayah yang dipegang oleh Herodes Antipas, sekitar tahun 30 Masehi. Yesus baru saja mendengar kabar kematian Yohanes Pembaptis dan berusaha beristirahat, namun kerumunan datang mencarinya. Dengan mengandalkan sedikit makanan yang dimiliki seorang anak laki-laki, Yesus memberi berkat, membagi-bagikan, dan memuaskan sekitar lima ribu orang laki-laki (ditambah wanita dan anak-anak, bisa mencapai 15.000 atau lebih), dengan sisa mencapai dua belas keranjang penuh, melambangkan kecukupan kasih Allah dan kesinambungan perjanjian-Nya dengan kedua belas suku Israel.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Reflection</a:t>
            </a:r>
          </a:p>
        </p:txBody>
      </p:sp>
      <p:sp>
        <p:nvSpPr>
          <p:cNvPr id="3" name="Content Placeholder 2"/>
          <p:cNvSpPr>
            <a:spLocks noGrp="1"/>
          </p:cNvSpPr>
          <p:nvPr>
            <p:ph idx="1"/>
          </p:nvPr>
        </p:nvSpPr>
        <p:spPr/>
        <p:txBody>
          <a:bodyPr/>
          <a:lstStyle/>
          <a:p>
            <a:r>
              <a:t>Pada liturgi hari ini, Allah meneguhkan kasih-Nya yang tak terhingga melalui tiga bacaan yang saling melengkapi. Dalam Pembacaan pertama, nabi Yeremia menyampaikan kata-kata Allah kepada Barukh, bahwa Allah tidak meninggalkan umat-Nya di dalam pembuangan, melainkan menjanjikan pemulihan yang penuh pengharapan. Melalui Roma 8:37-39, Paulus memberitakan jaminan yang tak tergoyahkan: tidak ada maut, kehidupan, malaikat, kuasa, hal-hal yang kini atau yang akan datang yang mampu memisahkan kita dari kasih Allah yang ada dalam Kristus Yesus. Dan dalam Injil, Yesus menunjukkan diri-Nya sebagai Guru yang penuh belas kasihan, yang ketika hendak beristirahat setelah mendengar berita kematian Yohanes Pembaptis, justru melayani kerumunan orang yang datang kepada-Nya. Dengan lima roti dan dua ikan, Ia mengajar kita tentang kemuliaan pembagian dan kelimpahan anugerah Allah.</a:t>
            </a:r>
          </a:p>
          <a:p/>
          <a:p>
            <a:r>
              <a:t>Gereja Katolik melihat dalam peristiwa perkalian roti ini sebuah bayangan Ekaristi, sakramen kasih Kristus yang tak pernah kekurangan. Yesus, Yang adalah roti kehidupan, memberi diri-Nya demi keselamatan kita, dan setiap kali kita merayakan Ekaristi, kita menerima kelimpahan kasih yang tidak pernah berakhir.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Application</a:t>
            </a:r>
          </a:p>
        </p:txBody>
      </p:sp>
      <p:sp>
        <p:nvSpPr>
          <p:cNvPr id="3" name="Content Placeholder 2"/>
          <p:cNvSpPr>
            <a:spLocks noGrp="1"/>
          </p:cNvSpPr>
          <p:nvPr>
            <p:ph idx="1"/>
          </p:nvPr>
        </p:nvSpPr>
        <p:spPr/>
        <p:txBody>
          <a:bodyPr/>
          <a:lstStyle/>
          <a:p>
            <a:r>
              <a:t>Sebagai orang Asia Katolik yang hidup dalam keterbatasan dan tantangan, kita dipanggil untuk percaya bahwa Allah mengubah apa yang tampak kecil dan tidak memadai menjadi alat kelimpahan yang besar. Kita tidak perlu takut akan kekurangan, baik materi maupun rohani, karena Kristus telah menjanjikan bahwa kasih Allah tidak akan pernah berpisah dari kita. Dalam setiap situasi yang terasa kering atau menyedihkan, marilah kita menjadi seperti Barukh yang setia menulis dan menyimpan firman Allah, dan seperti murid-murid Kristus yang rela berbagi apa yang mereka miliki. Mulailah setiap hari dengan menawarkan apa yang kita punya kepada Tuhan, sekecil apapun itu, sebab Ia yang mengubahnya menjadi berkat bagi banyak orang. Dalam perayaan Ekaristi mingguan, kita menghayati kembali kenyataan bahwa Kristus yang membagi diri-Nya kepada kita, dan dari situ kita dikuatkan untuk membagi kasih-Nya kepada sesama.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Prayer</a:t>
            </a:r>
          </a:p>
        </p:txBody>
      </p:sp>
      <p:sp>
        <p:nvSpPr>
          <p:cNvPr id="3" name="Content Placeholder 2"/>
          <p:cNvSpPr>
            <a:spLocks noGrp="1"/>
          </p:cNvSpPr>
          <p:nvPr>
            <p:ph idx="1"/>
          </p:nvPr>
        </p:nvSpPr>
        <p:spPr/>
        <p:txBody>
          <a:bodyPr/>
          <a:lstStyle/>
          <a:p>
            <a:r>
              <a:t>Bapa Yang Mahakasih, kami bersyukur bagi kasih-Mu yang tak terhingga dan tak dapat dipisahkan oleh apa pun di dunia ini. Dalam Kristus Yesus, Putra-Mu yang tunggal, kami melihat wajah kasih yang sempurna, yang tidak ragu melayani kami meskipun Dia sendiri perlu beristirahat. Bagilahlah hati kami supaya kami tidak lagi memandang apa yang kami miliki sebagai kekurangan, tetapi sebagai berkat yang dapat Engkau ubah untuk kemajuan kerajaan-Mu. Jadikan kami murid-murid yang setia seperti Barukh, yang taat menyampaikan firman-Mu, dan seperti murid-murid yang rajin membagi roti di tengah kerumunan. Dalam setiap perayaan Ekaristi, perkuatlah iman kami dan perdalamlah persekutuan kami dengan-Mu. Katakanlah, ya Kristus, roti hidup yang turun dari surga, berilah kami makan agar kami hidup kekal dalam kasih-Mu sampai akhir zaman. Demi Kristus Tuhan kami. Amin.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Image Prompt</a:t>
            </a:r>
          </a:p>
        </p:txBody>
      </p:sp>
      <p:sp>
        <p:nvSpPr>
          <p:cNvPr id="3" name="Content Placeholder 2"/>
          <p:cNvSpPr>
            <a:spLocks noGrp="1"/>
          </p:cNvSpPr>
          <p:nvPr>
            <p:ph idx="1"/>
          </p:nvPr>
        </p:nvSpPr>
        <p:spPr/>
        <p:txBody>
          <a:bodyPr/>
          <a:lstStyle/>
          <a:p>
            <a:r>
              <a:t>A warm, reverent oil-painting style scene of Jesus on a mountainside at sunset, looking down with compassion upon a vast crowd of thousands gathered before Him. In His hands, He holds a small boy's lunch basket with five loaves and two fish, from which golden light radiates outward as bread miraculously multiplies. The disciples distribute the bread to the people, who receive it with open hands and expressions of holy wonder. The landscape below shows green hills and a gentle Sea of Galilee in the background. The overall mood is luminous, peaceful, and Eucharistic, evoking divine provision and Christ's boundless love for humanity.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Seo Title</a:t>
            </a:r>
          </a:p>
        </p:txBody>
      </p:sp>
      <p:sp>
        <p:nvSpPr>
          <p:cNvPr id="3" name="Content Placeholder 2"/>
          <p:cNvSpPr>
            <a:spLocks noGrp="1"/>
          </p:cNvSpPr>
          <p:nvPr>
            <p:ph idx="1"/>
          </p:nvPr>
        </p:nvSpPr>
        <p:spPr/>
        <p:txBody>
          <a:bodyPr/>
          <a:lstStyle/>
          <a:p>
            <a:r>
              <a:t>Renungan Harian 2 Agustus 2026: Kasih Allah yang Tak Terputus dan Mukjizat Pembagian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Seo Description</a:t>
            </a:r>
          </a:p>
        </p:txBody>
      </p:sp>
      <p:sp>
        <p:nvSpPr>
          <p:cNvPr id="3" name="Content Placeholder 2"/>
          <p:cNvSpPr>
            <a:spLocks noGrp="1"/>
          </p:cNvSpPr>
          <p:nvPr>
            <p:ph idx="1"/>
          </p:nvPr>
        </p:nvSpPr>
        <p:spPr/>
        <p:txBody>
          <a:bodyPr/>
          <a:lstStyle/>
          <a:p>
            <a:r>
              <a:t>Renungan harian Katolik berdasarkan bacaan Yeremia 55:1-13, Roma 8:37-39, dan Injil Matius 14:13-21. Tema utama: tak ada sesuatu yang dapat memisahkan kita dari kasih Allah dalam Kristus Yesus, dan Kristus yang mengasihi kita hingga mengizinkan diri-Nya dikhianati demi keselamatan kita. Simak juga refleksi tentang mukjizat perkalian roti yang mempertemukan belas kasihan Kristus dengan kebutuhan dunia.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