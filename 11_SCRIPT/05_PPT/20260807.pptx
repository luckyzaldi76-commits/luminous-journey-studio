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Theme</a:t>
            </a:r>
          </a:p>
        </p:txBody>
      </p:sp>
      <p:sp>
        <p:nvSpPr>
          <p:cNvPr id="3" name="Content Placeholder 2"/>
          <p:cNvSpPr>
            <a:spLocks noGrp="1"/>
          </p:cNvSpPr>
          <p:nvPr>
            <p:ph idx="1"/>
          </p:nvPr>
        </p:nvSpPr>
        <p:spPr/>
        <p:txBody>
          <a:bodyPr/>
          <a:lstStyle/>
          <a:p>
            <a:r>
              <a:t>Mengambil salib Yesus dan meneladani keadilan Allah yang menghancurkan kejahatan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Hook</a:t>
            </a:r>
          </a:p>
        </p:txBody>
      </p:sp>
      <p:sp>
        <p:nvSpPr>
          <p:cNvPr id="3" name="Content Placeholder 2"/>
          <p:cNvSpPr>
            <a:spLocks noGrp="1"/>
          </p:cNvSpPr>
          <p:nvPr>
            <p:ph idx="1"/>
          </p:nvPr>
        </p:nvSpPr>
        <p:spPr/>
        <p:txBody>
          <a:bodyPr/>
          <a:lstStyle/>
          <a:p>
            <a:r>
              <a:t>Allah yang adil menghukum kekejaman dunia, namun Allah juga memanggil kita untuk mengambil salib dan mengikuti Kristus — apakah kita rela kehilangan hidup kita bagi-Nya?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Historical Background</a:t>
            </a:r>
          </a:p>
        </p:txBody>
      </p:sp>
      <p:sp>
        <p:nvSpPr>
          <p:cNvPr id="3" name="Content Placeholder 2"/>
          <p:cNvSpPr>
            <a:spLocks noGrp="1"/>
          </p:cNvSpPr>
          <p:nvPr>
            <p:ph idx="1"/>
          </p:nvPr>
        </p:nvSpPr>
        <p:spPr/>
        <p:txBody>
          <a:bodyPr/>
          <a:lstStyle/>
          <a:p>
            <a:r>
              <a:t>Kitab Nahum ditulis sekitar abad ke-7 SM, menubuatkan kehancuran Niniwe, ibukota Kerajaan Asyur yang kejam dan brutal. Niniwe adalah musuh besar bangsa Allah, dan Nahum menyaksikan bahwa keadilan Allah tidak akan tertunda. Sementara itu, dalam Injil Matius 16, Yesus mengajarkan murid-murid-Nya tentang harga mengikuti Kristus: menyangkal diri, memikul salib, dan mengikuti Dia. Yesus menegaskan bahwa siapa yang mau kehilangan jiwanya karena Kristus, ia akan menemukan hidup yang sejati. Konteks historis ini menunjukkan bahwa Allah yang adil dan kudus memanggil umat-Nya hidup dalam pengorbanan dan ketaatan yang berani, menolak segala bentuk kekerasan dan keangkuhan duniawi.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Reflection</a:t>
            </a:r>
          </a:p>
        </p:txBody>
      </p:sp>
      <p:sp>
        <p:nvSpPr>
          <p:cNvPr id="3" name="Content Placeholder 2"/>
          <p:cNvSpPr>
            <a:spLocks noGrp="1"/>
          </p:cNvSpPr>
          <p:nvPr>
            <p:ph idx="1"/>
          </p:nvPr>
        </p:nvSpPr>
        <p:spPr/>
        <p:txBody>
          <a:bodyPr/>
          <a:lstStyle/>
          <a:p>
            <a:r>
              <a:t>Nahum memproklamasikan keadilan Allah yang datang untuk menghakimi kota Nineveh, ibu kota kerajaan Asur yang kejam dan penuh darah. Perpindahan gunung-gunung dan pegunungan di hadapan-Nya mengingatkan kita pada kemuliaan Allah yang tidak tertandingi. Dalam Injil Matius, Yesus membuka pintu Kerajaan Surga bagi mereka yang rela menyangkal diri, menyalibkan dagingnya, dan mengikuti Dia. Ada hubungan mendalam antara dua bacaan ini: Allah yang adil dan kudus membebaskan umat-Nya dari penindasan, dan Kristus yang menelan pahitnya salib menunjukkan jalan yang sama bagi kita. Kisah keruntuhan Nineveh mengingatkan kita bahwa setiap dosa yang tidak dipertobatkan akan mengundang penghakiman ilahi, tetapi juga mengajak kita pada transformasi: kita dipanggil untuk menghancurkan dosa-dosa kita lewat salib Kristus. Kristus telah mendahului kita ke dalam penderitaan, dan Ia membuka pintu Kerajaan Surga bagi mereka yang berani mengikuti jejak-Nya.</a:t>
            </a:r>
          </a:p>
          <a:p/>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a:t>
            </a:r>
          </a:p>
        </p:txBody>
      </p:sp>
      <p:sp>
        <p:nvSpPr>
          <p:cNvPr id="3" name="Content Placeholder 2"/>
          <p:cNvSpPr>
            <a:spLocks noGrp="1"/>
          </p:cNvSpPr>
          <p:nvPr>
            <p:ph idx="1"/>
          </p:nvPr>
        </p:nvSpPr>
        <p:spPr/>
        <p:txBody>
          <a:bodyPr/>
          <a:lstStyle/>
          <a:p>
            <a:r>
              <a:t>Hari ini, marilah kita merenungkan satu pertanyaan sederhana: dosa apa yang masih ingin saya pegang meskipun Tuhan sudah memberi jalan pembebasan? Seperti Nineveh yang dipanggil untuk bertobat namun terus mengabaikan peringatan ilahi, begitu pula kita sering menunda pertobatan dan tetap terjerumus dalam praktik-praktik yang merusak. Sebagai murid Kristus, panggilan untuk menyangkal diri bukan sekadar latihan kehendak, melainkan keputusan harian untuk menyerahkan kehendak kita kepada Tuhan. Mulailah hari ini dengan satu bentuk pengorbanan kecil — bisa berupa menahan lidah dari perkataan negatif, mengontrol kemarahan, atau meluangkan waktu khusus untuk penyembahan. Biarkan salib Kristus menjadi fondasi setiap langkah kita, sebab di situlah kita menemukan kehidupan yang sejati.</a:t>
            </a:r>
          </a:p>
          <a:p/>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Prayer</a:t>
            </a:r>
          </a:p>
        </p:txBody>
      </p:sp>
      <p:sp>
        <p:nvSpPr>
          <p:cNvPr id="3" name="Content Placeholder 2"/>
          <p:cNvSpPr>
            <a:spLocks noGrp="1"/>
          </p:cNvSpPr>
          <p:nvPr>
            <p:ph idx="1"/>
          </p:nvPr>
        </p:nvSpPr>
        <p:spPr/>
        <p:txBody>
          <a:bodyPr/>
          <a:lstStyle/>
          <a:p>
            <a:r>
              <a:t>Ya Tuhan Yesus, Engkau telah menunjukkan jalan keselamatan melalui salib-Mu yang suci. Ajarlah kami untuk menyangkal diri, menanggung salib setiap hari, dan mengikuti langkah-langkah-Mu dengan iman yang teguh. Hancurkan dalam kami segala sikap yang membanggakan diri, segala kebanggaan yang menghalangi kami berbalik kepada-Mu. Seperti Engkau mendahului kami masuk ke dalam kemuliaan Kerajaan Surga, bimbinglah kami agar layak menerima kasih setia-Mu dan layak berdiri di hadapan wajah-Mu pada kedatangan-Mu yang kedua kali. Kepada-Mu segula kemuliaan, sekarang dan selamanya. Amin.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Image Prompt</a:t>
            </a:r>
          </a:p>
        </p:txBody>
      </p:sp>
      <p:sp>
        <p:nvSpPr>
          <p:cNvPr id="3" name="Content Placeholder 2"/>
          <p:cNvSpPr>
            <a:spLocks noGrp="1"/>
          </p:cNvSpPr>
          <p:nvPr>
            <p:ph idx="1"/>
          </p:nvPr>
        </p:nvSpPr>
        <p:spPr/>
        <p:txBody>
          <a:bodyPr/>
          <a:lstStyle/>
          <a:p>
            <a:r>
              <a:t>A serene Christian devotional illustration featuring a wooden cross standing on a quiet hillside at dawn with golden light breaking through the clouds, symbolizing Jesus' call to take up the cross daily. Soft rays of light illuminate a winding path leading toward the cross, evoking hope, quiet surrender, and divine grace in a Catholic spiritual context.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Seo Title</a:t>
            </a:r>
          </a:p>
        </p:txBody>
      </p:sp>
      <p:sp>
        <p:nvSpPr>
          <p:cNvPr id="3" name="Content Placeholder 2"/>
          <p:cNvSpPr>
            <a:spLocks noGrp="1"/>
          </p:cNvSpPr>
          <p:nvPr>
            <p:ph idx="1"/>
          </p:nvPr>
        </p:nvSpPr>
        <p:spPr/>
        <p:txBody>
          <a:bodyPr/>
          <a:lstStyle/>
          <a:p>
            <a:r>
              <a:t>Renungan Harian 7 Agustus 2026: Matius 16:24-28 dan Nahum 1:15;2:2;3:1-3.6-7 – Panggilan Mengambil Salib Kristus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Seo Description</a:t>
            </a:r>
          </a:p>
        </p:txBody>
      </p:sp>
      <p:sp>
        <p:nvSpPr>
          <p:cNvPr id="3" name="Content Placeholder 2"/>
          <p:cNvSpPr>
            <a:spLocks noGrp="1"/>
          </p:cNvSpPr>
          <p:nvPr>
            <p:ph idx="1"/>
          </p:nvPr>
        </p:nvSpPr>
        <p:spPr/>
        <p:txBody>
          <a:bodyPr/>
          <a:lstStyle/>
          <a:p>
            <a:r>
              <a:t>Renungan harian Katolik berdasarkan bacaan Kitab Nahum dan Injil Matius 16:24-28. Merenungkan panggilan Kristus untuk menyangkal diri, mengambil salib setiap hari, dan mengikuti Yesus. Sabda Allah hari ini mengingatkan kita akan kasih setia Allah dan panggilan untuk hidup dalam iman yang setia kepada Kristus.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