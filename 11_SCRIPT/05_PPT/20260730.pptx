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a:t>
            </a:r>
          </a:p>
        </p:txBody>
      </p:sp>
      <p:sp>
        <p:nvSpPr>
          <p:cNvPr id="3" name="Content Placeholder 2"/>
          <p:cNvSpPr>
            <a:spLocks noGrp="1"/>
          </p:cNvSpPr>
          <p:nvPr>
            <p:ph idx="1"/>
          </p:nvPr>
        </p:nvSpPr>
        <p:spPr/>
        <p:txBody>
          <a:bodyPr/>
          <a:lstStyle/>
          <a:p>
            <a:r>
              <a:t>Daulat Tuhan: Pembentuk yang Maha Kuasa dan Pengumpul yang Maha Adil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Hook</a:t>
            </a:r>
          </a:p>
        </p:txBody>
      </p:sp>
      <p:sp>
        <p:nvSpPr>
          <p:cNvPr id="3" name="Content Placeholder 2"/>
          <p:cNvSpPr>
            <a:spLocks noGrp="1"/>
          </p:cNvSpPr>
          <p:nvPr>
            <p:ph idx="1"/>
          </p:nvPr>
        </p:nvSpPr>
        <p:spPr/>
        <p:txBody>
          <a:bodyPr/>
          <a:lstStyle/>
          <a:p>
            <a:r>
              <a:t>Bagaimana sesungguhnya Tuhan memperlakukan kita sebagai tanah liat yang Dia sentuh, dan ikan-ikan di lautan hidup yang akan digulung bersama dalam jaring-Nya yang sempurna?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Background</a:t>
            </a:r>
          </a:p>
        </p:txBody>
      </p:sp>
      <p:sp>
        <p:nvSpPr>
          <p:cNvPr id="3" name="Content Placeholder 2"/>
          <p:cNvSpPr>
            <a:spLocks noGrp="1"/>
          </p:cNvSpPr>
          <p:nvPr>
            <p:ph idx="1"/>
          </p:nvPr>
        </p:nvSpPr>
        <p:spPr/>
        <p:txBody>
          <a:bodyPr/>
          <a:lstStyle/>
          <a:p>
            <a:r>
              <a:t>Bacaan pertama dari kitab Yeremia (18:1-6) mengambil tempat pada masa awam nabi Yeremia, ketika ia dikirim Tuhan ke rumah pematung untuk mengamati bagaimana pematung membentuk kembali tanah liat yang rusak dalam tangannya. Perumpamaan ini muncul di tengah konteks sejarah Yehuda yang sedang jatuh ke dalam dosa dan akan diasingkan ke Babel. Yeremia menggunakan citra pematung dan tanah liat untuk mengingatkan umat bahwa Tuhan, sebagai Pencipta dan Pematung segala sesuatu, memiliki kuasa untuk membangun kembali dan menghancurkan bangsa sesuai dengan kehendak-Nya yang suci. Sementara itu, perikop Injil Matius 13:47-53 berisi dua perumpamaan tentang akhir zaman: jala yang menangkap ikan dari segala jenis (31): yang baik dikumpulkan dan yang jahat dibuang, serta pernyataan Yesus bahwa setiap ahli Taurat yang dipandang sebagai murid Kerajaan Surga bagaikan kepala rumah yang mengeluarkan barang-barang baru dan lama dari gudangnya. Konteks sejarahnya adalah masyarakat nelayan di tepi Laut Galilea yang memahami praktik penangkapan ikan dengan jala besar, serta tradisi pengajaran Taurat yang sudah mengakar, yang kini Yesubingkisulih dengan kepenuhan wahyu Kerajaan Surga.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Reflection</a:t>
            </a:r>
          </a:p>
        </p:txBody>
      </p:sp>
      <p:sp>
        <p:nvSpPr>
          <p:cNvPr id="3" name="Content Placeholder 2"/>
          <p:cNvSpPr>
            <a:spLocks noGrp="1"/>
          </p:cNvSpPr>
          <p:nvPr>
            <p:ph idx="1"/>
          </p:nvPr>
        </p:nvSpPr>
        <p:spPr/>
        <p:txBody>
          <a:bodyPr/>
          <a:lstStyle/>
          <a:p>
            <a:r>
              <a:t>Dalam bacaan pertama, Allah menampakkan diri-Nya sebagai tukang tanah yang membentuk tanah liat, penuh kuasa dan kasih, membentuk ulang bangsa-Nya sesuai rencana keselamatan-Nya. Dalam Injil, Yesus mengajar tentang jaring yang mendapati ikan-ikan dari segala jenis — yang baik dipisahkan dan yang jahat dibuang. Kedua gambaran ini mengingatkan kita bahwa Allah adalah penguasa yang merawat dan memurnikan umat-Nya. Allah tidak memaksa tanah liat itu, tetapi memberi ruang bagi proses pembentukan, dan dalam Kerajaan Surga, Allah memisahkan yang benar dari yang berdosa dengan keadilan dan belas kasih-Nya. Kristus, sang Putera Allah yang mewarisi segala sesuatu dari Bapa, menjadi jaring yang penuh oleh Allah untuk mendamaikan seluruh ciptaan, menarik kita ke dalam kasih Allah yang abadi.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a:t>
            </a:r>
          </a:p>
        </p:txBody>
      </p:sp>
      <p:sp>
        <p:nvSpPr>
          <p:cNvPr id="3" name="Content Placeholder 2"/>
          <p:cNvSpPr>
            <a:spLocks noGrp="1"/>
          </p:cNvSpPr>
          <p:nvPr>
            <p:ph idx="1"/>
          </p:nvPr>
        </p:nvSpPr>
        <p:spPr/>
        <p:txBody>
          <a:bodyPr/>
          <a:lstStyle/>
          <a:p>
            <a:r>
              <a:t>Hari ini, mari kita menyerahkan seluruh hidup kita kepada Tuhan sebagaimana tanah liat yang pasif di tangan tukang tanah — menerima bahwa Allah menghendaki kita dibentuk kembali menurut rancangan kasih-Nya. Kita perlu memiliki keberanian untuk memeriksa diri sendiri: apakah ada bagian-bagian dalam hidup kita yang kita biarkan merusak diri kita, yang perlu disingkirkan atau dibentuk ulang? Sebagai orang-orang yang sudah dipanggil ke dalam Kerajaan, kita juga dipanggil untuk menjadi seperti juru sandi yang bijak, yang mampu menghayati baik ajaran lama maupun ajaran baru, membawa yang lama dan yang baru ke dalam kehidupan kita setiap hari. Dalam komunitas dan keluarga kita, kita diminta untuk berdoa bagi mereka yang masih jauh dari Tuhan, percaya bahwa Allah menghendaki keselamatan semua orang.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Prayer</a:t>
            </a:r>
          </a:p>
        </p:txBody>
      </p:sp>
      <p:sp>
        <p:nvSpPr>
          <p:cNvPr id="3" name="Content Placeholder 2"/>
          <p:cNvSpPr>
            <a:spLocks noGrp="1"/>
          </p:cNvSpPr>
          <p:nvPr>
            <p:ph idx="1"/>
          </p:nvPr>
        </p:nvSpPr>
        <p:spPr/>
        <p:txBody>
          <a:bodyPr/>
          <a:lstStyle/>
          <a:p>
            <a:r>
              <a:t>Tuhan Yesus, Raja Kerajaan Surga, Engkau adalah Tukang Tanah yang penuh belas kasihan. Terimalah kami sebagai tanah liat di tangan-Mu dan bentuklah kami menurut kehendak-Mu yang kekal. Ampuni dosa-dosa kami dan buanglah dari hati kami segala yang menghalangi kami untuk hidup dalam kasih-Mu. Jadikanlah kami seperti orang yang bijak, yang mampu menghayati firman lama dan firman baru, membawa terang ke dalam dunia ini. Lindungi kami yang masih jauh dan pimpinlah mereka kepada-Mu. Di dalam nama-Mu yang kudus, kami berdoa. Amin.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Image Prompt</a:t>
            </a:r>
          </a:p>
        </p:txBody>
      </p:sp>
      <p:sp>
        <p:nvSpPr>
          <p:cNvPr id="3" name="Content Placeholder 2"/>
          <p:cNvSpPr>
            <a:spLocks noGrp="1"/>
          </p:cNvSpPr>
          <p:nvPr>
            <p:ph idx="1"/>
          </p:nvPr>
        </p:nvSpPr>
        <p:spPr/>
        <p:txBody>
          <a:bodyPr/>
          <a:lstStyle/>
          <a:p>
            <a:r>
              <a:t>Ilustrasi visual devosi Katolik yang memperlihatkan Allah yang murah hati sebagai Tukang Tanah Liat yang membentuk manusia di atas putaran tembikar, dengan cahaya lembut surgawi menerangi sketsa-Nya. Di sisi lain, lautan biru luas dipenuhi jaring ikan emas yang ditarik ke atas perahu kayu sederhana oleh para rasul, memisahkan ikan baik dari ikan buruk. Surga kecil bersinar di kejauhan dengan salib bersinar tegak. Warna dominan biru langit, emas surgawi, dan putih bersih. Gaya seni Kristen sakral, klasik namun modern, atmosfer meditasi dan harapan, simbol kasih ilahi dan penghakiman, format panorama lebar 16:9, pencahayaan cinematik hangat, detail tajam, sangat indah dan kontemplatif.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Title</a:t>
            </a:r>
          </a:p>
        </p:txBody>
      </p:sp>
      <p:sp>
        <p:nvSpPr>
          <p:cNvPr id="3" name="Content Placeholder 2"/>
          <p:cNvSpPr>
            <a:spLocks noGrp="1"/>
          </p:cNvSpPr>
          <p:nvPr>
            <p:ph idx="1"/>
          </p:nvPr>
        </p:nvSpPr>
        <p:spPr/>
        <p:txBody>
          <a:bodyPr/>
          <a:lstStyle/>
          <a:p>
            <a:r>
              <a:t>Renungan Harian 30 Juli 2026 | Tanah Liat yang Dibentuk Allah &amp; Jaring Ikan di Sungai Kehidupan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Description</a:t>
            </a:r>
          </a:p>
        </p:txBody>
      </p:sp>
      <p:sp>
        <p:nvSpPr>
          <p:cNvPr id="3" name="Content Placeholder 2"/>
          <p:cNvSpPr>
            <a:spLocks noGrp="1"/>
          </p:cNvSpPr>
          <p:nvPr>
            <p:ph idx="1"/>
          </p:nvPr>
        </p:nvSpPr>
        <p:spPr/>
        <p:txBody>
          <a:bodyPr/>
          <a:lstStyle/>
          <a:p>
            <a:r>
              <a:t>Renungan harian Katolik 30 Juli 2026 berdasarkan Yeremia 18:1-6 dan Matius 13:47-53. Simak inspirasi tentang Allah yang bagaikan tukang tanah liat membentuk ulang hidup kita dan parabel jaring ikan yang mengajarkan tentang penghakiman akhir zaman. Berdoa dan merenung bersama Gereja.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