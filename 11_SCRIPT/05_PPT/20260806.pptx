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Theme</a:t>
            </a:r>
          </a:p>
        </p:txBody>
      </p:sp>
      <p:sp>
        <p:nvSpPr>
          <p:cNvPr id="3" name="Content Placeholder 2"/>
          <p:cNvSpPr>
            <a:spLocks noGrp="1"/>
          </p:cNvSpPr>
          <p:nvPr>
            <p:ph idx="1"/>
          </p:nvPr>
        </p:nvSpPr>
        <p:spPr/>
        <p:txBody>
          <a:bodyPr/>
          <a:lstStyle/>
          <a:p>
            <a:r>
              <a:t>Kemuliaan Kristus yang Terungkap: Sang Putra Manusia yang Berkuasa Selamanya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Hook</a:t>
            </a:r>
          </a:p>
        </p:txBody>
      </p:sp>
      <p:sp>
        <p:nvSpPr>
          <p:cNvPr id="3" name="Content Placeholder 2"/>
          <p:cNvSpPr>
            <a:spLocks noGrp="1"/>
          </p:cNvSpPr>
          <p:nvPr>
            <p:ph idx="1"/>
          </p:nvPr>
        </p:nvSpPr>
        <p:spPr/>
        <p:txBody>
          <a:bodyPr/>
          <a:lstStyle/>
          <a:p>
            <a:r>
              <a:t>Pernahkah Anda menyaksikan kemuliaan Allah begitu nyata hingga kata-kata manusia tak mampu menggambarkannya? Kedua bacaan hari ini mengajak kita memasuki satu peristiwa yang mengubah segalanya — saat Surga dimuka dan Anak Manusia memperlihatkan kemuliaan kekal-Nya.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Historical Background</a:t>
            </a:r>
          </a:p>
        </p:txBody>
      </p:sp>
      <p:sp>
        <p:nvSpPr>
          <p:cNvPr id="3" name="Content Placeholder 2"/>
          <p:cNvSpPr>
            <a:spLocks noGrp="1"/>
          </p:cNvSpPr>
          <p:nvPr>
            <p:ph idx="1"/>
          </p:nvPr>
        </p:nvSpPr>
        <p:spPr/>
        <p:txBody>
          <a:bodyPr/>
          <a:lstStyle/>
          <a:p>
            <a:r>
              <a:t>=== PEMBAHASAN DANIEL (Daniel 7:9-10.13-14) ===</a:t>
            </a:r>
          </a:p>
          <a:p>
            <a:r>
              <a:t>Kitab Daniel ditulis sekitar pertengahan abad ke-2 SM, ketika umat Yahudi mengalami penganiayaan dari Kekaisaran Seleukia-Yunani. Daniel menerima penglihatan tentang Maha Pencipta yang bersemayam di takhta-Nya yang agung, dikelilingi ribuan malaikat yang melayani dan menghadap-Nya. Kemudian tampak 'satu seperti anak manusia' yang datang dengan awan-awan surga, mendekati Sang Yang Maha Tua, dan menerima kerajaan, kemuliaan, serta kedaulatan yang kekal sehingga segala bangsa dan bangsa-bangsa akan mengabdi kepada-Nya. Penglihatan ini menjadi dasar teologis yang sangat penting bagi pemahaman Kristen tentang identitas dan tugas Yesus Kristus.</a:t>
            </a:r>
          </a:p>
          <a:p/>
          <a:p>
            <a:r>
              <a:t>=== PEMBAHASAN INJIL MATIUS 17:1-9 ===</a:t>
            </a:r>
          </a:p>
          <a:p>
            <a:r>
              <a:t>Peristiwa Transfigrasi terjadi kemungkinan sekitar tahun 27-28 M, mendekati akhir zaman pelayanan Yesus di bumi. Gunung Tabor, sebuah gunung berapi yang berdiri sendiri di dataran rendah Galilea, menjadi tempat di mana Yesus memperlihatkan kemuliaan ilahi-Nya kepada tiga rasul pilihan: Petrus, Yakobus, dan Yohanes. Wajah Yesus bersinar seperti matahari dan pakaian-Nya menjadi putih terang. Musa dan Elias — yang mewakili Hukum dan Para Nabi — muncul dan berbicara dengan-Nya tentang penghapusan-Nya yang akan terjadi di Yerusalem. Suara dari awan mengonfirmasi identitas Yesus sebagai Anak yang dikasihi. Peristiwa ini berfungsi sebagai penguatan iman bagi para rasul menjelang penyaliban, sekaligus membuka tabir antara kemuliaan duniawi dan kemuliaan surgawi.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Reflection</a:t>
            </a:r>
          </a:p>
        </p:txBody>
      </p:sp>
      <p:sp>
        <p:nvSpPr>
          <p:cNvPr id="3" name="Content Placeholder 2"/>
          <p:cNvSpPr>
            <a:spLocks noGrp="1"/>
          </p:cNvSpPr>
          <p:nvPr>
            <p:ph idx="1"/>
          </p:nvPr>
        </p:nvSpPr>
        <p:spPr/>
        <p:txBody>
          <a:bodyPr/>
          <a:lstStyle/>
          <a:p>
            <a:r>
              <a:t>Pada perayaan Pesta Transfigurasi Tuhan kita, saksi-saksi Surgawi mengungkapkan kemuliaan Kristus yang menyembul di atas gunung. Dalam Kitab Daniel, kita menyaksikan penglihatan tentang Sang Yang Tua Bermulut Emas, Yang Mahakuasa, dan Anak Manusia yang datang di atas awan surga, menerima kerajaan yang kekal. Penglihatan ini menjadi prefigurasi yang indah dari peristiwa Transfigurasi di mana Yesus membawa Petrus, Yakobus, dan Yohanes ke gunung yang tinggi. Wajah-Nya bersinar seperti matahari dan pakaian-Nya menjadi putih terang. Suara dari awan menegaskan : 'Inilah Anak-Ku yang Kekasih, yang Kurencanakan; dengarkanlah Dia.' Kristus, Sang Anak Manusia dari Daniel, memperlihatkan kemuliaan ilahi-Nya agar kita percaya bahwa Ia benar-benar adalah Allah yang menjadi manusia. Transfigurasi bukan sekadar tontonan mujizat, tetapi pemberian kuasa untuk menghadapi salib yang menanti di Yerusalem.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Application</a:t>
            </a:r>
          </a:p>
        </p:txBody>
      </p:sp>
      <p:sp>
        <p:nvSpPr>
          <p:cNvPr id="3" name="Content Placeholder 2"/>
          <p:cNvSpPr>
            <a:spLocks noGrp="1"/>
          </p:cNvSpPr>
          <p:nvPr>
            <p:ph idx="1"/>
          </p:nvPr>
        </p:nvSpPr>
        <p:spPr/>
        <p:txBody>
          <a:bodyPr/>
          <a:lstStyle/>
          <a:p>
            <a:r>
              <a:t>Marilah kita merenungkan makna Transfigurasi dalam hidup kita setiap hari. Seperti para rasul, kita sering tertidur dalam ketakutan dan kekhawatiran, namun Kristus bangunkan kita dengan cahaya kasih-Nya. Dalam setiap penderitaan dan pekerjaan keras, kita dipanggil untuk memandang wajah Kristus yang dimuliakan, yakni melalui sakramen-sakramen, terutama Ekaristi yang kita rayakan setiap hari. Biarlah kemuliaan Kristus yang tampak dalam Transfigurasi memperkuat kami saat menghadapi salib kehidupan sehari-hari. Berusahalah untuk mendengarkan kata-kata Kristus setiap hari melalui Kitab Suci, sebagaimana Bapa Surgawi berfirman : dengarkanlah Ia. Hiduplah dalam terang Kristus sehingga kehidupan kita mencerminkan kemuliaan-Nya kepada sesama.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Prayer</a:t>
            </a:r>
          </a:p>
        </p:txBody>
      </p:sp>
      <p:sp>
        <p:nvSpPr>
          <p:cNvPr id="3" name="Content Placeholder 2"/>
          <p:cNvSpPr>
            <a:spLocks noGrp="1"/>
          </p:cNvSpPr>
          <p:nvPr>
            <p:ph idx="1"/>
          </p:nvPr>
        </p:nvSpPr>
        <p:spPr/>
        <p:txBody>
          <a:bodyPr/>
          <a:lstStyle/>
          <a:p>
            <a:r>
              <a:t>Ya Tuhan Yesus Kristus, Engkau telah memperlihatkan kemuliaan-Mu kepada murid-murid-Mu di gunung Tabor, supaya kami percaya bahwa Engkau adalah Anak Allah yang Mahakudus. Dalam perayaan Pesta Transfigurasi ini, kami memohon agar Engkau membuka mata hati kami untuk melihat kemuliaan-Mu yang tersembunyi di setiap sakramen, terutama di dalam Ekaristi. Perkuatlah kami saat menghadapi penderitaan dan salib kehidupan ini, supaya kami tetap teguh dalam iman kepada-Mu, sebagaimana Engkau telah memperkuat rasul-rasul-Mu agar tidak gentar di hadapan kesengsaraan. Biarlah cahaya Transfigurasi-Mu menerangi setiap langkah langkah kami dalam hidup ini, sehingga kami mampu menjadi saksi-saksi kasih-Mu di tengah dunia yang penuh kegelapan. Dalam nama Ayah, dan Anak, dan Roh Kudus. Amin.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Image Prompt</a:t>
            </a:r>
          </a:p>
        </p:txBody>
      </p:sp>
      <p:sp>
        <p:nvSpPr>
          <p:cNvPr id="3" name="Content Placeholder 2"/>
          <p:cNvSpPr>
            <a:spLocks noGrp="1"/>
          </p:cNvSpPr>
          <p:nvPr>
            <p:ph idx="1"/>
          </p:nvPr>
        </p:nvSpPr>
        <p:spPr/>
        <p:txBody>
          <a:bodyPr/>
          <a:lstStyle/>
          <a:p>
            <a:r>
              <a:t>A dramatic sacred scene of the Transfiguration of Jesus on Mount Tabor at dusk. Jesus stands radiant in brilliant white light, His garments dazzling like the sun. Moses and Elijah appear beside Him on either side, glowing softly. The three apostles Peter, James, and John fall face down in awe on the mountain slope. A bright pillar of cloud overshadows the scene from above. Rays of golden light stream from the heavens. The landscape of the rugged Galilean mountain stretches behind. No modern elements. Oil-painting style with rich colors and chiaroscuro lighting. Catholic devotional art style.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Seo Title</a:t>
            </a:r>
          </a:p>
        </p:txBody>
      </p:sp>
      <p:sp>
        <p:nvSpPr>
          <p:cNvPr id="3" name="Content Placeholder 2"/>
          <p:cNvSpPr>
            <a:spLocks noGrp="1"/>
          </p:cNvSpPr>
          <p:nvPr>
            <p:ph idx="1"/>
          </p:nvPr>
        </p:nvSpPr>
        <p:spPr/>
        <p:txBody>
          <a:bodyPr/>
          <a:lstStyle/>
          <a:p>
            <a:r>
              <a:t>Festa PerubahanWajah Tuhan - Bacaan Alkitab 6 Agustus 2026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Seo Description</a:t>
            </a:r>
          </a:p>
        </p:txBody>
      </p:sp>
      <p:sp>
        <p:nvSpPr>
          <p:cNvPr id="3" name="Content Placeholder 2"/>
          <p:cNvSpPr>
            <a:spLocks noGrp="1"/>
          </p:cNvSpPr>
          <p:nvPr>
            <p:ph idx="1"/>
          </p:nvPr>
        </p:nvSpPr>
        <p:spPr/>
        <p:txBody>
          <a:bodyPr/>
          <a:lstStyle/>
          <a:p>
            <a:r>
              <a:t>Renungan harian Katolik untuk 6 Agustus 2026: memperingati Pesta PerubahanWajah Tuhan. Bacaan I dari Daniel 7:9-10.13-14 menggambarkan penglihatan Anak Manusia yang datang di awan dengan kuasa kekal. Injil Matthew 17:1-9 menceritakan Yesus bertransfigurasi di Gunung Tabor dengan cahaya kemuliaan Allah dan kemunculan Musa serta Elia. Berikut pembahasan kitab suci, refleksi spiritual, dan aplikasi iman harian yang Kristus-berpusat untuk Katolik.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