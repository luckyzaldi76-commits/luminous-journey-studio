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Faith amidst the storm and the transformative power of Christ's presence.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Walking on water requires shifting our focus from the chaotic circumstances around us to the presence of Jesus. When Peter looked at the waves, he sank; when he looked at Christ, he walked. This passage teaches us that even when our faith wavers, Christ is immediately there to reach out and steady 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