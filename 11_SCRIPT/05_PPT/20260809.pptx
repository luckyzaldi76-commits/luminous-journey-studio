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Theme</a:t>
            </a:r>
          </a:p>
        </p:txBody>
      </p:sp>
      <p:sp>
        <p:nvSpPr>
          <p:cNvPr id="3" name="Content Placeholder 2"/>
          <p:cNvSpPr>
            <a:spLocks noGrp="1"/>
          </p:cNvSpPr>
          <p:nvPr>
            <p:ph idx="1"/>
          </p:nvPr>
        </p:nvSpPr>
        <p:spPr/>
        <p:txBody>
          <a:bodyPr/>
          <a:lstStyle/>
          <a:p>
            <a:r>
              <a:t>Mendengar Suara Allah di Tengah Badai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Hook</a:t>
            </a:r>
          </a:p>
        </p:txBody>
      </p:sp>
      <p:sp>
        <p:nvSpPr>
          <p:cNvPr id="3" name="Content Placeholder 2"/>
          <p:cNvSpPr>
            <a:spLocks noGrp="1"/>
          </p:cNvSpPr>
          <p:nvPr>
            <p:ph idx="1"/>
          </p:nvPr>
        </p:nvSpPr>
        <p:spPr/>
        <p:txBody>
          <a:bodyPr/>
          <a:lstStyle/>
          <a:p>
            <a:r>
              <a:t>Di tengah badai kehidupan, apakah kamu mendengarkan dengan hati yang sunyi, atau hanya mengikuti ketakutanmu?</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Historical Background</a:t>
            </a:r>
          </a:p>
        </p:txBody>
      </p:sp>
      <p:sp>
        <p:nvSpPr>
          <p:cNvPr id="3" name="Content Placeholder 2"/>
          <p:cNvSpPr>
            <a:spLocks noGrp="1"/>
          </p:cNvSpPr>
          <p:nvPr>
            <p:ph idx="1"/>
          </p:nvPr>
        </p:nvSpPr>
        <p:spPr/>
        <p:txBody>
          <a:bodyPr/>
          <a:lstStyle/>
          <a:p>
            <a:r>
              <a:t>Pembacaan Pertama mengisahkan tentang Nabi Elia yang melarikan diri dari murka Ratu Izebel setelah kemenangan di Gunung Karmel. Ia menempuh perjalanan empat puluh hari menuju Gunung Horeb (Sinai), tempat ia mengalami perjumpaan dengan Allah yang tidak hadir dalam angin ribut, gempa bumi, atau api, melainkan dalam bisikan lembut dan tenang. Pengalamannya mengajarkan umat percaya bahwa Tuhan hadir bukan selalu dalam kekuatan yang memukau, tetapi dalam kedamaian yang menggerakkan hati. Dalam Injil, Santo Matias mencatat peristiwa Yesus yang berjalan di atas laut dan menyertai murid-murid-Nya dalam badai. Simon Petrus menunjukkan iman yang berani keluar dari perahu, namun goyah ketika terganggu oleh angin ribut, dan Yesus segera memegang tangannya, menyelamatkannya. Peristiwa ini terjadi di Laut Galilea, yang terkenal dengan badai tiba-tibanya, melambangkan pergumulan hidup di mana Kristus selalu datang menemui umat-Nya di tengah krisis.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Reflection</a:t>
            </a:r>
          </a:p>
        </p:txBody>
      </p:sp>
      <p:sp>
        <p:nvSpPr>
          <p:cNvPr id="3" name="Content Placeholder 2"/>
          <p:cNvSpPr>
            <a:spLocks noGrp="1"/>
          </p:cNvSpPr>
          <p:nvPr>
            <p:ph idx="1"/>
          </p:nvPr>
        </p:nvSpPr>
        <p:spPr/>
        <p:txBody>
          <a:bodyPr/>
          <a:lstStyle/>
          <a:p>
            <a:r>
              <a:t>Pada saat yang paling sunyi, Allah datang kepada Elia bukan dalam angin kencang, bukan dalam earthquake, bukan pula dalam api, melainkan dalam bisikan lembut. Pengalaman Elia di Gunung Horeb mengingatkan kita bahwa kehadiran Allah tidak selalu tampak dalam kekuatan yang dahsyat, tetapi sering kali tersembunyi dalam kesunyian yang mendalam. Demikian juga dalam Injil hari ini, ketika murid-murid di dalam perahu menghadapi badai, Yesus datang kepada mereka berjalan di atas lautan yang bergelora. Ketaatan Elia dan iman Petrus sama-sama mengajarkan kita bahwa Allah hadir di tengah pergumulan hidup kita—di lautan badai yang menakutkan maupun dalam kesunyian yang menguji. Kristus, Sang Putra Allah, selalu datang menghampiri umat-Nya, meskipun terkadang mata hati kita belum mampu melihat-Nya dengan jelas. Kita dipanggil untuk bangun, memperhatikan, dan menyambut Dia, sebagaimana Eliyas bangun dan menutupi wajahnya di hadapan hadirat ilahi, sebagaimana Petrus melangkah keluar dari perahu dengan perkataan 'Tuhan, jika Engkau Yang menyuruh aku, datanglah kepadaku.'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Application</a:t>
            </a:r>
          </a:p>
        </p:txBody>
      </p:sp>
      <p:sp>
        <p:nvSpPr>
          <p:cNvPr id="3" name="Content Placeholder 2"/>
          <p:cNvSpPr>
            <a:spLocks noGrp="1"/>
          </p:cNvSpPr>
          <p:nvPr>
            <p:ph idx="1"/>
          </p:nvPr>
        </p:nvSpPr>
        <p:spPr/>
        <p:txBody>
          <a:bodyPr/>
          <a:lstStyle/>
          <a:p>
            <a:r>
              <a:t>Hari ini, marilah kita meluangkan waktu dalam kesunyian untuk mendengarkan bisikan Allah. Kita sering kali terus mencari Allah dalam hal-hal besar yang tampak jelas—dalam aktivitas yang sibuk, dalam jawaban yang menggelegar, dalam pengalaman emosional yang kuat. Namun, Allah justru sering berbicara kepada hati kita secara halus dan lembut, di momen-momen tenang ketika kita berserah sepenuhnya kepada-Nya. Ketika badai hidup menghampiri, ingatlah peristiwa Yesus berjalan di atas air: jangan biarkan ketakutan mendalam hati kita menelan iman kita. Sebaliknya, berserulah kepada-Nya dengan hati yang jujur, seperti Petrus yang berkata, 'Tuhan, selamatkanlah aku,' dan percayalah bahwa Dia selalu melangkah maju memperluas tangan-Nya untuk menolong kita bangkit kembali. Hiduplah setiap hari dengan kesadaran akan kehadiran-Nya, baik dalam puncak sukacita maupun dalam lembah kesediahan.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Prayer</a:t>
            </a:r>
          </a:p>
        </p:txBody>
      </p:sp>
      <p:sp>
        <p:nvSpPr>
          <p:cNvPr id="3" name="Content Placeholder 2"/>
          <p:cNvSpPr>
            <a:spLocks noGrp="1"/>
          </p:cNvSpPr>
          <p:nvPr>
            <p:ph idx="1"/>
          </p:nvPr>
        </p:nvSpPr>
        <p:spPr/>
        <p:txBody>
          <a:bodyPr/>
          <a:lstStyle/>
          <a:p>
            <a:r>
              <a:t>Bapa yang Mahakudus, kami bersyukur atas murka-Mu yang mengepalai kami dan anugerah-Mu yang tidak pernah berakhir. Di tengah badai kehidupan ini, janganlah kami lupa bahwa Engkau selalu berjalan menuju kami, bahkan di atas air yang menghancurkan hati kami. Bagaimanapun lemah iman kami, bagaimanapun ragu jiwanya, kabulkanlah jeritan kami yang tulus ini: 'Tuhan, selamatkanlah kami.' Biarkanlah kami, seperti Petrus, mampu melangkah keluar dari zona nyaman kami dengan iman, dan seperti Elia, belajar duduk di hadapan-Mu dalam kesunyian yang penuh makna. Perkuatlah iman kami agar dapat memuliakan-Mu dalam segala keadaan, mengakabullah bahwa Engkau adalah benar-benar Anak Allah yang hidup dan berkualla sekarang dan selamanya. Kiranya segala puji syukur hanya bagi Putra-Mu, Yesus Kristus, Tuhan dan Juruselamat kami. Amin.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Image Prompt</a:t>
            </a:r>
          </a:p>
        </p:txBody>
      </p:sp>
      <p:sp>
        <p:nvSpPr>
          <p:cNvPr id="3" name="Content Placeholder 2"/>
          <p:cNvSpPr>
            <a:spLocks noGrp="1"/>
          </p:cNvSpPr>
          <p:nvPr>
            <p:ph idx="1"/>
          </p:nvPr>
        </p:nvSpPr>
        <p:spPr/>
        <p:txBody>
          <a:bodyPr/>
          <a:lstStyle/>
          <a:p>
            <a:r>
              <a:t>A majestic scene at night on the Sea of Galilee, where Jesus Christ steps calmly upon the turbulent waves, glowing with divine light, reaching out a gentle hand toward the Apostle Peter who is walking on the water with eyes full of faith. In the distant mountains, a faint pillar of light symbolizes the still small voice of God speaking to Elijah on Mount Horeb. The atmosphere is dramatic yet serene, blending the power of God's presence in storm and silence, with warm golden light breaking through dark swirling clouds above the sea.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Seo Title</a:t>
            </a:r>
          </a:p>
        </p:txBody>
      </p:sp>
      <p:sp>
        <p:nvSpPr>
          <p:cNvPr id="3" name="Content Placeholder 2"/>
          <p:cNvSpPr>
            <a:spLocks noGrp="1"/>
          </p:cNvSpPr>
          <p:nvPr>
            <p:ph idx="1"/>
          </p:nvPr>
        </p:nvSpPr>
        <p:spPr/>
        <p:txBody>
          <a:bodyPr/>
          <a:lstStyle/>
          <a:p>
            <a:r>
              <a:t>Renungan Harian 9 Agustus 2026: Suara Kecil Tuhan &amp; Iman di Tengah Badai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Seo Description</a:t>
            </a:r>
          </a:p>
        </p:txBody>
      </p:sp>
      <p:sp>
        <p:nvSpPr>
          <p:cNvPr id="3" name="Content Placeholder 2"/>
          <p:cNvSpPr>
            <a:spLocks noGrp="1"/>
          </p:cNvSpPr>
          <p:nvPr>
            <p:ph idx="1"/>
          </p:nvPr>
        </p:nvSpPr>
        <p:spPr/>
        <p:txBody>
          <a:bodyPr/>
          <a:lstStyle/>
          <a:p>
            <a:r>
              <a:t>Merenungkan bacaan pertama tentang Elia yang mendengar suara kecil Tuhan di gunung Horeb dan Injil tentang Yesus yang berjalan di atas air serta mengajarkan kita tentang iman dan ketulusan hati di tengah badai kehidupan. Renungan Catholic harian untuk memperdalam iman dan kepercayaan kepada Kristus.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